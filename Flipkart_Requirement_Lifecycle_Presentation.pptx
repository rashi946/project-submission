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2531929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422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098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828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69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600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418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16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88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434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423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277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373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4744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7156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299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700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497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  <p:sldLayoutId id="2147483817" r:id="rId14"/>
    <p:sldLayoutId id="2147483818" r:id="rId15"/>
    <p:sldLayoutId id="2147483819" r:id="rId16"/>
    <p:sldLayoutId id="2147483820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25210"/>
            <a:ext cx="8229600" cy="1143000"/>
          </a:xfrm>
        </p:spPr>
        <p:txBody>
          <a:bodyPr>
            <a:normAutofit/>
          </a:bodyPr>
          <a:lstStyle/>
          <a:p>
            <a:pPr>
              <a:defRPr sz="3200" b="1">
                <a:solidFill>
                  <a:srgbClr val="003399"/>
                </a:solidFill>
              </a:defRPr>
            </a:pPr>
            <a:r>
              <a:rPr dirty="0"/>
              <a:t>Requirement Life Cycle for Customer Segmentation Model – Flipkart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A7B025-3752-B636-2E41-009443B38EA1}"/>
              </a:ext>
            </a:extLst>
          </p:cNvPr>
          <p:cNvSpPr/>
          <p:nvPr/>
        </p:nvSpPr>
        <p:spPr>
          <a:xfrm>
            <a:off x="1121229" y="609601"/>
            <a:ext cx="6901542" cy="1600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A792BB-7FF6-4E19-D2F9-35D3CA2FD305}"/>
              </a:ext>
            </a:extLst>
          </p:cNvPr>
          <p:cNvSpPr/>
          <p:nvPr/>
        </p:nvSpPr>
        <p:spPr>
          <a:xfrm>
            <a:off x="1121229" y="3346905"/>
            <a:ext cx="6901542" cy="1600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                                                                                             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                                                                                                         By-Rashi Singh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99"/>
                </a:solidFill>
              </a:defRPr>
            </a:pPr>
            <a:r>
              <a:t>Elicitation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Identify stakeholders: Marketing, CRM, Personalization, DS, Category Teams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Understand goals: repeat purchase, conversion, personalization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Gather segmentation needs: high-value, discount-driven, frequent, seasonal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Capture data expectations: browsing, purchase, returns, engagement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Define KPIs: CTR, conversion %, repeat rate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99"/>
                </a:solidFill>
              </a:defRPr>
            </a:pPr>
            <a:r>
              <a:t>Analysis &amp;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/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Review customer journey data sources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Analyze data gaps &amp; constraints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Identify features: RFM, affinity, categories, device, return behavior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Define segmentation approach: clustering / rule-based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Prepare BRD, FRD, scope, data dictionary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99"/>
                </a:solidFill>
              </a:defRPr>
            </a:pPr>
            <a:r>
              <a:t>Validation &amp;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Validate BRD/FRD with stakeholders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Assess data feasibility &amp; quality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Validate KPIs and measurability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Ensure model aligns with business needs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Verify traceability of all requirements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99"/>
                </a:solidFill>
              </a:defRPr>
            </a:pPr>
            <a:r>
              <a:t>Prioritization &amp; Negotiation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Prioritize segments by business value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Negotiate timelines and technical constraints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Finalize MVP segmentation scope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Align sprints &amp; dependencies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Resolve requirement conflicts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99"/>
                </a:solidFill>
              </a:defRPr>
            </a:pPr>
            <a:r>
              <a:t>Change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Track evolving business requirements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Version control of BRD/FRD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Assess impact on data/model/pipelines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Communicate changes across teams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Re-align timelines if needed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99"/>
                </a:solidFill>
              </a:defRPr>
            </a:pPr>
            <a:r>
              <a:t>Communication &amp; Collaboration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Conduct weekly cross-functional syncs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Share model outputs &amp; UAT insights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Track risks &amp; dependencies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Collaborate via JIRA/Confluence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Ensure alignment across teams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99"/>
                </a:solidFill>
              </a:defRPr>
            </a:pPr>
            <a:r>
              <a:t>Traceability &amp; Impact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/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Develop Requirement Traceability Matrix (RTM)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Map: business → functional → data → model → dashboard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Perform impact analysis for changes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Validate downstream effects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Keep documentation updated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99"/>
                </a:solidFill>
              </a:defRPr>
            </a:pPr>
            <a:r>
              <a:t>Implementation &amp;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Build datasets &amp; feature store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Develop segmentation model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Conduct unit &amp; data validation tests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Perform segment stability analysis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Business UAT &amp; refinement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99"/>
                </a:solidFill>
              </a:defRPr>
            </a:pPr>
            <a:r>
              <a:t>Validation &amp; Acceptance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Present final segmentation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Conduct A/B validation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Assess KPI uplift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Incorporate final feedback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Obtain production sign-off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99"/>
                </a:solidFill>
              </a:defRPr>
            </a:pPr>
            <a:r>
              <a:t>Deployment &amp;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/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Deploy segmentation to CRM &amp; personalization engine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Automate pipeline refresh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Monitor model drift &amp; segment movement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Plan regular retraining cycles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Track ongoing performance metrics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99"/>
                </a:solidFill>
              </a:defRPr>
            </a:pPr>
            <a:r>
              <a:t>Retirement &amp; Archival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Retire old segmentation logic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Archive models, versions, outputs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Maintain audit logs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Kick-off next segmentation lifecycle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Ensure smooth business transition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9219</TotalTime>
  <Words>400</Words>
  <Application>Microsoft Office PowerPoint</Application>
  <PresentationFormat>On-screen Show (4:3)</PresentationFormat>
  <Paragraphs>82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Corbel</vt:lpstr>
      <vt:lpstr>Parallax</vt:lpstr>
      <vt:lpstr>Requirement Life Cycle for Customer Segmentation Model – Flipkart</vt:lpstr>
      <vt:lpstr>Elicitation</vt:lpstr>
      <vt:lpstr>Analysis &amp; Documentation</vt:lpstr>
      <vt:lpstr>Validation &amp; Verification</vt:lpstr>
      <vt:lpstr>Prioritization &amp; Negotiation</vt:lpstr>
      <vt:lpstr>Change Management</vt:lpstr>
      <vt:lpstr>Communication &amp; Collaboration</vt:lpstr>
      <vt:lpstr>Traceability &amp; Impact Analysis</vt:lpstr>
      <vt:lpstr>Implementation &amp; Testing</vt:lpstr>
      <vt:lpstr>Validation &amp; Acceptance</vt:lpstr>
      <vt:lpstr>Deployment &amp; Maintenance</vt:lpstr>
      <vt:lpstr>Retirement &amp; Archival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Rashi Singh</cp:lastModifiedBy>
  <cp:revision>3</cp:revision>
  <dcterms:created xsi:type="dcterms:W3CDTF">2013-01-27T09:14:16Z</dcterms:created>
  <dcterms:modified xsi:type="dcterms:W3CDTF">2025-12-25T12:28:53Z</dcterms:modified>
  <cp:category/>
</cp:coreProperties>
</file>